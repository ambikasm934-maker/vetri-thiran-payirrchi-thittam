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26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0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6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3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32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7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25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5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1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44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0570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2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20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02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00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5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BA3D264-2DF5-4052-B6F7-3411B3927FE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928E1-3918-49E6-9C5A-BE16DEF32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0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5A4EF-20A9-4FBF-8673-257960578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6479" y="840922"/>
            <a:ext cx="8764134" cy="2400299"/>
          </a:xfrm>
        </p:spPr>
        <p:txBody>
          <a:bodyPr/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BUDDY AI FITNESS PLAN GENERATOR USING GEMINI MODELS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9B8E9-7D45-4921-975F-4983E50B8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616781"/>
            <a:ext cx="8825658" cy="2022020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Ambika S-C25UG163CSC002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Anandhi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P-C25UG163CSC003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Arbiya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M-C25UG163CSC004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Aishwariya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Bai E-C25UG163CSC001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Brundha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M-C25UG163CSC005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92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FA11-2E67-41E4-AC6A-66D430428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C509-50C5-4F22-877E-493448958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Fit Buddy AI</a:t>
            </a:r>
            <a:r>
              <a:rPr lang="en-GB" dirty="0"/>
              <a:t> is an intelligent fitness planning system designed to help users create </a:t>
            </a:r>
            <a:r>
              <a:rPr lang="en-GB" b="1" dirty="0"/>
              <a:t>personalized workout and fitness plans</a:t>
            </a:r>
            <a:r>
              <a:rPr lang="en-GB" dirty="0"/>
              <a:t> based on their individual needs.</a:t>
            </a:r>
          </a:p>
          <a:p>
            <a:r>
              <a:rPr lang="en-GB" dirty="0"/>
              <a:t>The system uses </a:t>
            </a:r>
            <a:r>
              <a:rPr lang="en-GB" b="1" dirty="0"/>
              <a:t>Artificial Intelligence (AI)</a:t>
            </a:r>
            <a:r>
              <a:rPr lang="en-GB" dirty="0"/>
              <a:t> to </a:t>
            </a:r>
            <a:r>
              <a:rPr lang="en-GB" dirty="0" err="1"/>
              <a:t>analyze</a:t>
            </a:r>
            <a:r>
              <a:rPr lang="en-GB" dirty="0"/>
              <a:t> information such as the user's </a:t>
            </a:r>
            <a:r>
              <a:rPr lang="en-GB" b="1" dirty="0"/>
              <a:t>age, fitness level, goals, available equipment, and preferred workout schedule</a:t>
            </a:r>
            <a:r>
              <a:rPr lang="en-GB" dirty="0"/>
              <a:t>.</a:t>
            </a:r>
          </a:p>
          <a:p>
            <a:r>
              <a:rPr lang="en-GB" dirty="0"/>
              <a:t>Fit Buddy AI aims to make fitness planning </a:t>
            </a:r>
            <a:r>
              <a:rPr lang="en-GB" b="1" dirty="0"/>
              <a:t>simple, accessible, and personalized</a:t>
            </a:r>
            <a:r>
              <a:rPr lang="en-GB" dirty="0"/>
              <a:t> by providing suitable exercises, workout schedules, and progress recommendations.</a:t>
            </a:r>
          </a:p>
          <a:p>
            <a:r>
              <a:rPr lang="en-GB" b="1" dirty="0"/>
              <a:t>Key Idea: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41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5FE1-88CF-4601-8D27-9F1E8520E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97443-0D94-45C3-A46B-3FAA1A13D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Many people want to improve their fitness but find it difficult to create a workout plan that matches their individual needs, fitness level, goals, and available time.</a:t>
            </a:r>
          </a:p>
          <a:p>
            <a:r>
              <a:rPr lang="en-GB" dirty="0"/>
              <a:t>Common problems include:</a:t>
            </a:r>
          </a:p>
          <a:p>
            <a:r>
              <a:rPr lang="en-GB" dirty="0"/>
              <a:t>Lack of personalized workout plans.</a:t>
            </a:r>
          </a:p>
          <a:p>
            <a:r>
              <a:rPr lang="en-GB" dirty="0"/>
              <a:t>Difficulty choosing suitable exercises.</a:t>
            </a:r>
          </a:p>
          <a:p>
            <a:r>
              <a:rPr lang="en-GB" dirty="0"/>
              <a:t>Uncertainty about workout duration and frequency.</a:t>
            </a:r>
          </a:p>
          <a:p>
            <a:r>
              <a:rPr lang="en-GB" dirty="0"/>
              <a:t>Limited access to professional fitness guidance.</a:t>
            </a:r>
          </a:p>
          <a:p>
            <a:r>
              <a:rPr lang="en-GB" dirty="0"/>
              <a:t>Difficulty maintaining a consistent workout routine.</a:t>
            </a:r>
          </a:p>
          <a:p>
            <a:r>
              <a:rPr lang="en-GB" dirty="0"/>
              <a:t>Generic fitness plans may not suit every individual.</a:t>
            </a:r>
          </a:p>
          <a:p>
            <a:r>
              <a:rPr lang="en-GB" b="1" dirty="0" err="1"/>
              <a:t>FitBuddy</a:t>
            </a:r>
            <a:r>
              <a:rPr lang="en-GB" b="1" dirty="0"/>
              <a:t> AI addresses these challenges by generating personalized fitness plans based on user-provided information and preferences.</a:t>
            </a: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818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9DB7E-D21C-4CAE-967C-1D8A40417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028470"/>
            <a:ext cx="9404723" cy="140053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BA5FEB-32FE-4966-9FFA-1E889BD45A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1"/>
            <a:ext cx="738221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personalized fitness plans using AI.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recommend suitable exercises based on user needs.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structured and easy-to-follow workout schedules.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consider fitness goals, fitness level, available equipment, and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make fitness planning simple and user-friendly.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encourage regular exercise and healthy habits. </a:t>
            </a:r>
          </a:p>
        </p:txBody>
      </p:sp>
    </p:spTree>
    <p:extLst>
      <p:ext uri="{BB962C8B-B14F-4D97-AF65-F5344CB8AC3E}">
        <p14:creationId xmlns:p14="http://schemas.microsoft.com/office/powerpoint/2010/main" val="373925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DF96-B80A-46D2-99AE-F437467E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FITBUDDY AI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66D3A-5603-40F4-A20C-44BA23835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 err="1"/>
              <a:t>FitBuddy</a:t>
            </a:r>
            <a:r>
              <a:rPr lang="en-GB" dirty="0"/>
              <a:t> AI follows a simple process to create a personalized fitness plan:</a:t>
            </a:r>
          </a:p>
          <a:p>
            <a:r>
              <a:rPr lang="en-GB" b="1" dirty="0"/>
              <a:t>1. User Input</a:t>
            </a:r>
            <a:br>
              <a:rPr lang="en-GB" dirty="0"/>
            </a:br>
            <a:r>
              <a:rPr lang="en-GB" dirty="0"/>
              <a:t>The user enters details such as age, fitness level, fitness goal, available equipment, and workout time.</a:t>
            </a:r>
          </a:p>
          <a:p>
            <a:r>
              <a:rPr lang="en-GB" b="1" dirty="0"/>
              <a:t>↓</a:t>
            </a:r>
            <a:endParaRPr lang="en-GB" dirty="0"/>
          </a:p>
          <a:p>
            <a:r>
              <a:rPr lang="en-GB" b="1" dirty="0"/>
              <a:t>2. AI Analysis</a:t>
            </a:r>
            <a:br>
              <a:rPr lang="en-GB" dirty="0"/>
            </a:br>
            <a:r>
              <a:rPr lang="en-GB" dirty="0"/>
              <a:t>The AI </a:t>
            </a:r>
            <a:r>
              <a:rPr lang="en-GB" dirty="0" err="1"/>
              <a:t>analyzes</a:t>
            </a:r>
            <a:r>
              <a:rPr lang="en-GB" dirty="0"/>
              <a:t> the user's information and identifies suitable workout requirements.</a:t>
            </a:r>
          </a:p>
          <a:p>
            <a:r>
              <a:rPr lang="en-GB" b="1" dirty="0"/>
              <a:t>↓</a:t>
            </a:r>
            <a:endParaRPr lang="en-GB" dirty="0"/>
          </a:p>
          <a:p>
            <a:r>
              <a:rPr lang="en-GB" b="1" dirty="0"/>
              <a:t>3. Exercise Selection</a:t>
            </a:r>
            <a:br>
              <a:rPr lang="en-GB" dirty="0"/>
            </a:br>
            <a:r>
              <a:rPr lang="en-GB" dirty="0"/>
              <a:t>The system selects appropriate exercises based on the user's goals and fitness level.</a:t>
            </a:r>
          </a:p>
          <a:p>
            <a:r>
              <a:rPr lang="en-GB" b="1" dirty="0"/>
              <a:t>↓</a:t>
            </a:r>
            <a:endParaRPr lang="en-GB" dirty="0"/>
          </a:p>
          <a:p>
            <a:r>
              <a:rPr lang="en-GB" b="1" dirty="0"/>
              <a:t>4. Plan Generation</a:t>
            </a:r>
            <a:br>
              <a:rPr lang="en-GB" dirty="0"/>
            </a:br>
            <a:r>
              <a:rPr lang="en-GB" dirty="0" err="1"/>
              <a:t>FitBuddy</a:t>
            </a:r>
            <a:r>
              <a:rPr lang="en-GB" dirty="0"/>
              <a:t> AI creates a structured workout schedule with exercises, sets, repetitions, and rest periods.</a:t>
            </a:r>
          </a:p>
          <a:p>
            <a:r>
              <a:rPr lang="en-GB" b="1" dirty="0"/>
              <a:t>↓</a:t>
            </a:r>
            <a:endParaRPr lang="en-GB" dirty="0"/>
          </a:p>
          <a:p>
            <a:r>
              <a:rPr lang="en-GB" b="1" dirty="0"/>
              <a:t>5. Personalization</a:t>
            </a:r>
            <a:br>
              <a:rPr lang="en-GB" dirty="0"/>
            </a:br>
            <a:r>
              <a:rPr lang="en-GB" dirty="0"/>
              <a:t>The plan can be adjusted according to the user's progress, preferences, and available resources.</a:t>
            </a:r>
          </a:p>
          <a:p>
            <a:r>
              <a:rPr lang="en-GB" b="1" dirty="0"/>
              <a:t>↓</a:t>
            </a:r>
            <a:endParaRPr lang="en-GB" dirty="0"/>
          </a:p>
          <a:p>
            <a:r>
              <a:rPr lang="en-GB" b="1" dirty="0"/>
              <a:t>6. Fitness Plan Output</a:t>
            </a:r>
            <a:br>
              <a:rPr lang="en-GB" dirty="0"/>
            </a:br>
            <a:r>
              <a:rPr lang="en-GB" dirty="0"/>
              <a:t>The user receives an easy-to-follow personalized fitness plan.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272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79D58-032A-435F-B261-3869CC091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588BB-4D30-49F6-95CB-4AE9F6A92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Processor: Intel Core i3 or above</a:t>
            </a:r>
          </a:p>
          <a:p>
            <a:r>
              <a:rPr lang="en-US" dirty="0"/>
              <a:t>RAM: 4 GB minimum</a:t>
            </a:r>
          </a:p>
          <a:p>
            <a:r>
              <a:rPr lang="en-US" dirty="0"/>
              <a:t>Storage: 500 MB or more</a:t>
            </a:r>
          </a:p>
          <a:p>
            <a:r>
              <a:rPr lang="en-US" dirty="0"/>
              <a:t>Display: 1366 × 768 resolution or higher</a:t>
            </a:r>
          </a:p>
          <a:p>
            <a:r>
              <a:rPr lang="en-US" dirty="0"/>
              <a:t>Internet connection</a:t>
            </a:r>
          </a:p>
          <a:p>
            <a:r>
              <a:rPr lang="en-US" b="1" dirty="0"/>
              <a:t>Software Requirements</a:t>
            </a:r>
          </a:p>
          <a:p>
            <a:r>
              <a:rPr lang="en-US" dirty="0"/>
              <a:t>Operating System: Windows / Linux / macOS</a:t>
            </a:r>
          </a:p>
          <a:p>
            <a:r>
              <a:rPr lang="en-US" dirty="0"/>
              <a:t>Programming Language: Python</a:t>
            </a:r>
          </a:p>
          <a:p>
            <a:r>
              <a:rPr lang="en-US" dirty="0"/>
              <a:t>Frontend: HTML, CSS, JavaScript</a:t>
            </a:r>
          </a:p>
          <a:p>
            <a:r>
              <a:rPr lang="en-US" dirty="0"/>
              <a:t>Backend: Python</a:t>
            </a:r>
          </a:p>
          <a:p>
            <a:r>
              <a:rPr lang="en-US" dirty="0"/>
              <a:t>Database: MySQL / SQLite</a:t>
            </a:r>
          </a:p>
          <a:p>
            <a:r>
              <a:rPr lang="en-US" dirty="0"/>
              <a:t>AI/ML Libraries: </a:t>
            </a:r>
            <a:r>
              <a:rPr lang="en-US" dirty="0" err="1"/>
              <a:t>Scikit</a:t>
            </a:r>
            <a:r>
              <a:rPr lang="en-US" dirty="0"/>
              <a:t>-learn / Pandas / NumPy</a:t>
            </a:r>
          </a:p>
          <a:p>
            <a:r>
              <a:rPr lang="en-US" dirty="0"/>
              <a:t>Development Environment: VS Code / PyCharm</a:t>
            </a:r>
          </a:p>
          <a:p>
            <a:r>
              <a:rPr lang="en-US" dirty="0"/>
              <a:t>Web Browser: Chrome, Edge, or Firefox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1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81945-9947-47E6-82FD-44372481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1D573B-1A8B-4728-927E-79BAE6BD6D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🤖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Fitness Planning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🏋️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Workout Plans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Fitness Goal Selection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📅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&amp; Weekly Scheduling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⚙️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Equipment-Based Exercises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Progress Tracking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🔄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Workout Customization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👤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8416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779C-F046-41B5-968B-E633EF45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831E3-E8FE-463D-8891-8A3D979BE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64" y="1825625"/>
            <a:ext cx="10888436" cy="4803776"/>
          </a:xfrm>
        </p:spPr>
        <p:txBody>
          <a:bodyPr>
            <a:normAutofit fontScale="25000" lnSpcReduction="20000"/>
          </a:bodyPr>
          <a:lstStyle/>
          <a:p>
            <a:r>
              <a:rPr lang="en-US" b="1" dirty="0" err="1"/>
              <a:t>FitBuddy</a:t>
            </a:r>
            <a:r>
              <a:rPr lang="en-US" b="1" dirty="0"/>
              <a:t> AI Architecture</a:t>
            </a:r>
          </a:p>
          <a:p>
            <a:r>
              <a:rPr lang="en-US" b="1" dirty="0"/>
              <a:t>User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User Interface</a:t>
            </a:r>
            <a:endParaRPr lang="en-US" dirty="0"/>
          </a:p>
          <a:p>
            <a:r>
              <a:rPr lang="en-US" dirty="0"/>
              <a:t>Enter personal details</a:t>
            </a:r>
          </a:p>
          <a:p>
            <a:r>
              <a:rPr lang="en-US" dirty="0"/>
              <a:t>Select fitness goal</a:t>
            </a:r>
          </a:p>
          <a:p>
            <a:r>
              <a:rPr lang="en-US" dirty="0"/>
              <a:t>Select available equipment</a:t>
            </a:r>
          </a:p>
          <a:p>
            <a:r>
              <a:rPr lang="en-US" dirty="0"/>
              <a:t>Set workout preferences</a:t>
            </a:r>
          </a:p>
          <a:p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Input Processing Module</a:t>
            </a:r>
            <a:endParaRPr lang="en-US" dirty="0"/>
          </a:p>
          <a:p>
            <a:r>
              <a:rPr lang="en-US" dirty="0"/>
              <a:t>Validates and organizes user information</a:t>
            </a:r>
          </a:p>
          <a:p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AI Fitness Recommendation Engine</a:t>
            </a:r>
            <a:endParaRPr lang="en-US" dirty="0"/>
          </a:p>
          <a:p>
            <a:r>
              <a:rPr lang="en-US" dirty="0"/>
              <a:t>Analyzes user requirements</a:t>
            </a:r>
          </a:p>
          <a:p>
            <a:r>
              <a:rPr lang="en-US" dirty="0"/>
              <a:t>Selects suitable exercises</a:t>
            </a:r>
          </a:p>
          <a:p>
            <a:r>
              <a:rPr lang="en-US" dirty="0"/>
              <a:t>Creates a personalized workout plan</a:t>
            </a:r>
          </a:p>
          <a:p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Fitness Plan Generator</a:t>
            </a:r>
            <a:endParaRPr lang="en-US" dirty="0"/>
          </a:p>
          <a:p>
            <a:r>
              <a:rPr lang="en-US" dirty="0"/>
              <a:t>Daily workouts</a:t>
            </a:r>
          </a:p>
          <a:p>
            <a:r>
              <a:rPr lang="en-US" dirty="0"/>
              <a:t>Sets &amp; repetitions</a:t>
            </a:r>
          </a:p>
          <a:p>
            <a:r>
              <a:rPr lang="en-US" dirty="0"/>
              <a:t>Rest periods</a:t>
            </a:r>
          </a:p>
          <a:p>
            <a:r>
              <a:rPr lang="en-US" dirty="0"/>
              <a:t>Weekly schedule</a:t>
            </a:r>
          </a:p>
          <a:p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Database</a:t>
            </a:r>
            <a:endParaRPr lang="en-US" dirty="0"/>
          </a:p>
          <a:p>
            <a:r>
              <a:rPr lang="en-US" dirty="0"/>
              <a:t>User information</a:t>
            </a:r>
          </a:p>
          <a:p>
            <a:r>
              <a:rPr lang="en-US" dirty="0"/>
              <a:t>Exercise database</a:t>
            </a:r>
          </a:p>
          <a:p>
            <a:r>
              <a:rPr lang="en-US" dirty="0"/>
              <a:t>Workout plans</a:t>
            </a:r>
          </a:p>
          <a:p>
            <a:r>
              <a:rPr lang="en-US" dirty="0"/>
              <a:t>Progress records</a:t>
            </a:r>
          </a:p>
          <a:p>
            <a:r>
              <a:rPr lang="en-US" dirty="0"/>
              <a:t>↓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75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4988-AC52-4541-BC26-20B54EADE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FITNESS PLAN GENERATION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79C6E-1E41-4B23-9DA4-F080A4332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GB" b="1" dirty="0"/>
              <a:t>Step 1 – Collect User Details</a:t>
            </a:r>
          </a:p>
          <a:p>
            <a:r>
              <a:rPr lang="en-GB" dirty="0"/>
              <a:t>The user enters age, fitness level, fitness goal, available equipment, and preferred workout duration.</a:t>
            </a:r>
          </a:p>
          <a:p>
            <a:r>
              <a:rPr lang="en-GB" dirty="0"/>
              <a:t>⬇️</a:t>
            </a:r>
          </a:p>
          <a:p>
            <a:r>
              <a:rPr lang="en-GB" b="1" dirty="0"/>
              <a:t>Step 2 – </a:t>
            </a:r>
            <a:r>
              <a:rPr lang="en-GB" b="1" dirty="0" err="1"/>
              <a:t>Analyze</a:t>
            </a:r>
            <a:r>
              <a:rPr lang="en-GB" b="1" dirty="0"/>
              <a:t> User Data</a:t>
            </a:r>
          </a:p>
          <a:p>
            <a:r>
              <a:rPr lang="en-GB" dirty="0"/>
              <a:t>The AI </a:t>
            </a:r>
            <a:r>
              <a:rPr lang="en-GB" dirty="0" err="1"/>
              <a:t>analyzes</a:t>
            </a:r>
            <a:r>
              <a:rPr lang="en-GB" dirty="0"/>
              <a:t> the information to understand the user's fitness requirements.</a:t>
            </a:r>
          </a:p>
          <a:p>
            <a:r>
              <a:rPr lang="en-GB" dirty="0"/>
              <a:t>⬇️</a:t>
            </a:r>
          </a:p>
          <a:p>
            <a:r>
              <a:rPr lang="en-GB" b="1" dirty="0"/>
              <a:t>Step 3 – Select Exercises</a:t>
            </a:r>
          </a:p>
          <a:p>
            <a:r>
              <a:rPr lang="en-GB" dirty="0"/>
              <a:t>The system selects suitable exercises from the exercise database based on the user's requirements.</a:t>
            </a:r>
          </a:p>
          <a:p>
            <a:r>
              <a:rPr lang="en-GB" dirty="0"/>
              <a:t>⬇️</a:t>
            </a:r>
          </a:p>
          <a:p>
            <a:r>
              <a:rPr lang="en-GB" b="1" dirty="0"/>
              <a:t>Step 4 – Generate Workout Plan</a:t>
            </a:r>
          </a:p>
          <a:p>
            <a:r>
              <a:rPr lang="en-GB" dirty="0"/>
              <a:t>AI creates a personalized plan with exercises, sets, repetitions, duration, and rest periods.</a:t>
            </a:r>
          </a:p>
          <a:p>
            <a:r>
              <a:rPr lang="en-GB" dirty="0"/>
              <a:t>⬇️</a:t>
            </a:r>
          </a:p>
          <a:p>
            <a:r>
              <a:rPr lang="en-GB" b="1" dirty="0"/>
              <a:t>Step 5 – Personalize the Plan</a:t>
            </a:r>
          </a:p>
          <a:p>
            <a:r>
              <a:rPr lang="en-GB" dirty="0"/>
              <a:t>The plan is adjusted according to the user's preferences, available equipment, and schedule.</a:t>
            </a:r>
          </a:p>
          <a:p>
            <a:r>
              <a:rPr lang="en-GB" dirty="0"/>
              <a:t>⬇️</a:t>
            </a:r>
          </a:p>
          <a:p>
            <a:r>
              <a:rPr lang="en-GB" b="1" dirty="0"/>
              <a:t>Step 6 – Display Fitness Plan</a:t>
            </a:r>
          </a:p>
          <a:p>
            <a:r>
              <a:rPr lang="en-GB" dirty="0"/>
              <a:t>The final personalized workout plan is displayed to the user in an easy-to-follow format.</a:t>
            </a:r>
          </a:p>
          <a:p>
            <a:r>
              <a:rPr lang="en-GB" b="1" dirty="0"/>
              <a:t>User Input → AI Analysis → Exercise Selection → Plan Generation → Personalization → Final Fitness Plan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46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047B-4AF1-456E-902D-C41E3CBB0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F9C2F7-CDF2-4BC8-BF6B-64DA419167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📱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Develop Android and iOS versions of FitBuddy AI.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🎥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Exercise Detection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 the camera to recognize exercises and provide basic form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⌚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Smartwatch Integration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Track steps, heart rate, and workout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Progress Tracking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Provide charts and personalized progress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🗣️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Assistant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Allow users to interact with FitBuddy AI using voice commands.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🍎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Nutrition Recommendations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Add general meal and nutrition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🔄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AI Plans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Automatically adjust workouts based on user progress and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🌐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Synchronization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Allow users to securely access their fitness plans across devices. </a:t>
            </a:r>
          </a:p>
        </p:txBody>
      </p:sp>
    </p:spTree>
    <p:extLst>
      <p:ext uri="{BB962C8B-B14F-4D97-AF65-F5344CB8AC3E}">
        <p14:creationId xmlns:p14="http://schemas.microsoft.com/office/powerpoint/2010/main" val="3188815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3211-DD54-46A2-9BCE-630C82683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7EDF-F032-4B8B-AA24-8AC5B159C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FitBuddy</a:t>
            </a:r>
            <a:r>
              <a:rPr lang="en-GB" dirty="0"/>
              <a:t> AI provides a simple and intelligent approach to personalized fitness planning. By </a:t>
            </a:r>
            <a:r>
              <a:rPr lang="en-GB" dirty="0" err="1"/>
              <a:t>analyzing</a:t>
            </a:r>
            <a:r>
              <a:rPr lang="en-GB" dirty="0"/>
              <a:t> user requirements, fitness goals, available equipment, and preferences, the system can generate structured workout plans.</a:t>
            </a:r>
          </a:p>
          <a:p>
            <a:r>
              <a:rPr lang="en-GB" dirty="0"/>
              <a:t>The project demonstrates how </a:t>
            </a:r>
            <a:r>
              <a:rPr lang="en-GB" b="1" dirty="0"/>
              <a:t>Artificial Intelligence can be used to make fitness planning more personalized, accessible, and convenient</a:t>
            </a:r>
            <a:r>
              <a:rPr lang="en-GB" dirty="0"/>
              <a:t>.</a:t>
            </a:r>
          </a:p>
          <a:p>
            <a:r>
              <a:rPr lang="en-GB" dirty="0"/>
              <a:t>With future enhancements such as mobile integration, progress tracking, wearable devices, and adaptive recommendations, </a:t>
            </a:r>
            <a:r>
              <a:rPr lang="en-GB" dirty="0" err="1"/>
              <a:t>FitBuddy</a:t>
            </a:r>
            <a:r>
              <a:rPr lang="en-GB" dirty="0"/>
              <a:t> AI can become a useful digital fitness companion.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4743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</TotalTime>
  <Words>952</Words>
  <Application>Microsoft Office PowerPoint</Application>
  <PresentationFormat>Widescreen</PresentationFormat>
  <Paragraphs>117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Times New Roman</vt:lpstr>
      <vt:lpstr>Wingdings 3</vt:lpstr>
      <vt:lpstr>Ion</vt:lpstr>
      <vt:lpstr>FIT BUDDY AI FITNESS PLAN GENERATOR USING GEMINI MODELS</vt:lpstr>
      <vt:lpstr>Introduction</vt:lpstr>
      <vt:lpstr>PROBLEM STATEMENT</vt:lpstr>
      <vt:lpstr>OBJECTIVES</vt:lpstr>
      <vt:lpstr>HOW FITBUDDY AI WORKS</vt:lpstr>
      <vt:lpstr>SYSTEM REQUIREMENTS</vt:lpstr>
      <vt:lpstr>FEATURES</vt:lpstr>
      <vt:lpstr>SYSTEM ARCHITECTURE</vt:lpstr>
      <vt:lpstr>AI FITNESS PLAN GENERATION WORKFLOW</vt:lpstr>
      <vt:lpstr>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 ORIGINAL</dc:creator>
  <cp:lastModifiedBy>HP ORIGINAL</cp:lastModifiedBy>
  <cp:revision>7</cp:revision>
  <dcterms:created xsi:type="dcterms:W3CDTF">2026-10-01T06:00:25Z</dcterms:created>
  <dcterms:modified xsi:type="dcterms:W3CDTF">2026-10-01T07:03:16Z</dcterms:modified>
</cp:coreProperties>
</file>